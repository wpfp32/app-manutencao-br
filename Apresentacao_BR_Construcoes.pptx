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Plataforma Digital de Gestão de Manutenção de Frota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 Construções: Inteligência de Dados e Previsibilidade Operacional</a:t>
            </a:r>
          </a:p>
          <a:p>
            <a:r>
              <a:t>Apresentador: Wanderson Phillype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Onde estamos perdendo eficiência?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Controle Manual e Fragmentado: Planilhas e papel geram atrasos.</a:t>
            </a:r>
          </a:p>
          <a:p>
            <a:r>
              <a:t>Revisões Baseadas em Suposições: Falta de visibilidade do desgaste real.</a:t>
            </a:r>
          </a:p>
          <a:p>
            <a:r>
              <a:t>Manutenção Corretiva vs. Preventiva: Apagar incêndios custa caro.</a:t>
            </a:r>
          </a:p>
          <a:p>
            <a:r>
              <a:t>Falta de Mobilidade: O dado do canteiro demora a chegar na gestão.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 Desenvolvida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Web/Mobile Responsivo: Acesso no campo e escritório.</a:t>
            </a:r>
          </a:p>
          <a:p>
            <a:r>
              <a:t>Banco de Dados em Nuvem (PostgreSQL): Histórico permanente e seguro.</a:t>
            </a:r>
          </a:p>
          <a:p>
            <a:r>
              <a:t>Controle de Acesso: Perfis de Operador e Gestor.</a:t>
            </a:r>
          </a:p>
          <a:p>
            <a:r>
              <a:t>Operação Offline-Ready: Upload em lote para áreas remotas.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Estratégica 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 Instantâneo: Normal, Atenção e Vencida (Semáforo).</a:t>
            </a:r>
          </a:p>
          <a:p>
            <a:r>
              <a:t>Previsão de Parada: Algoritmo calcula a data da próxima manutenção.</a:t>
            </a:r>
          </a:p>
          <a:p>
            <a:r>
              <a:t>Histórico de Execução: Registro imutável de todas as revisões.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a BR Construções ganha hoje?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Redução de Custos (Opex): Transição para manutenção preditiva.</a:t>
            </a:r>
          </a:p>
          <a:p>
            <a:r>
              <a:t>Aumento da Disponibilidade: Menos máquinas paradas no canteiro.</a:t>
            </a:r>
          </a:p>
          <a:p>
            <a:r>
              <a:t>Fim do Retrabalho Administrativo: Atualização instantânea.</a:t>
            </a:r>
          </a:p>
          <a:p>
            <a:r>
              <a:t>Auditoria e Transparência: Ciclo de vida documentado.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Fase 1: Cadastro completo do inventário atual da frota.</a:t>
            </a:r>
          </a:p>
          <a:p>
            <a:r>
              <a:t>Fase 2: Treinamento de 15 minutos com os operadores.</a:t>
            </a:r>
          </a:p>
          <a:p>
            <a:r>
              <a:t>Fase 3: Acompanhamento do primeiro ciclo preditivo.</a:t>
            </a:r>
          </a:p>
          <a:p>
            <a:br/>
            <a:r>
              <a:t>Dúvidas e Sugestões?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